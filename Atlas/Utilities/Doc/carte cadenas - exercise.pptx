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438" r:id="rId2"/>
    <p:sldId id="439" r:id="rId3"/>
    <p:sldId id="440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77063" autoAdjust="0"/>
  </p:normalViewPr>
  <p:slideViewPr>
    <p:cSldViewPr snapToGrid="0">
      <p:cViewPr varScale="1">
        <p:scale>
          <a:sx n="66" d="100"/>
          <a:sy n="66" d="100"/>
        </p:scale>
        <p:origin x="6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F1AD5-88A5-4771-9A09-92CA16FA42A8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57C073-7BDF-43AE-BB48-56F93D7B8FA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248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Conflit : Surface // </a:t>
            </a:r>
            <a:r>
              <a:rPr lang="fr-FR" dirty="0" err="1"/>
              <a:t>Superieur</a:t>
            </a:r>
            <a:endParaRPr lang="fr-FR" dirty="0"/>
          </a:p>
          <a:p>
            <a:r>
              <a:rPr lang="fr-FR" dirty="0"/>
              <a:t>Je dis non, donc j’ai du temps pour moi (</a:t>
            </a:r>
            <a:r>
              <a:rPr lang="fr-FR" dirty="0" err="1"/>
              <a:t>selfish</a:t>
            </a:r>
            <a:r>
              <a:rPr lang="fr-FR" dirty="0"/>
              <a:t>), je ne travaille pas assez….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7C073-7BDF-43AE-BB48-56F93D7B8FA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3902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Conflit : pour tout</a:t>
            </a:r>
          </a:p>
          <a:p>
            <a:r>
              <a:rPr lang="fr-FR"/>
              <a:t>Sup //sup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7C073-7BDF-43AE-BB48-56F93D7B8FA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384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4EFD1-DA79-4234-5F02-7B058C47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D8C53B1-B213-2469-F4B1-512EE10AC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D128BC-4102-1B5F-08B1-17DD7DFC7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0675399-967E-874D-E662-1D5F8A282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57C073-7BDF-43AE-BB48-56F93D7B8FA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18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9C07A4-0C9F-5BFC-A4FE-65D5ED5F4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9388BB-1321-B89C-9309-77C1E5FA3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DF513CD-3717-5452-4720-8AB152EA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5FCCC0-D84C-89D1-778D-C55FC65B2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87BEB6-AC30-CDEE-390E-0C8521BD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565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84250-EB4C-68E7-A6E7-97B5A005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D7D4A8-05A6-4CE1-3460-F5CB3148B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ACAA05-70ED-AE8F-F567-2ACAB96E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F89F8A-8B76-DC87-23B3-9A896BC4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4E1B21-6A56-787E-B2B5-DA42AA6E0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11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95EE30-B343-C3DD-CE22-0F6ED620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BD4A3C-5120-2F70-B4AE-DEB281F12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E73031-5F28-3F45-940C-EFEAD1083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DB55EF-0E79-92CC-8153-8FDE9A0ED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D6F995-71B0-35B4-A6EB-7E1584CFE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902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7FBD78-D26C-0FDE-5C83-DF015C86E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A3717B-1A0B-7D6F-34E7-B54E4014F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60BA3C-57AA-00E2-A72A-118EBC70F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7614B3-0518-EFE9-E975-EEC80999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6D9550-F9FC-6A77-D8C4-40BA1633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7E7203-9030-44B3-28AB-AB44DDB1B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26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5C8B25-FB55-5B3D-1A59-CCFDE71F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3F8C67-048F-2928-4EE2-BECA35CF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07DDCEC-1F86-D000-9DB9-4C870E0F6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E25D5B2-DFBE-27E1-8C41-7A7A76E7C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6FB352B-9196-7A85-2302-5FCA10278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5CAC5DC-A72B-3221-B93A-E275C045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9504C08-3145-ED6F-8245-DE9944D55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DB7FD4C-B0B4-81B9-EB33-BE8FD7C2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55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62B04-6221-ADDF-DF6B-78E79081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CD3D597-4B57-DF24-17B5-10C2CEE8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0AF3FD-7072-0EB6-88EF-A9883F58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2738270-8FDB-81D3-171C-67AD333A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129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CBDA79-5F5E-AF55-90D3-5C3B683F7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FB7F19B-4500-6581-E9ED-742F243B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06784A7-12B2-C1C9-FB34-59EA15FD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927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E03119-6259-9915-8C18-8C0295E6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6848F9-2EF3-B804-24E5-773604F1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97C1AFC-3A5B-BF31-65FE-9E721D24B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FDC789-C41E-09AA-2BAD-09179AE34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47F6C2-4FE8-9234-EEE9-5B1871104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C16748-EC27-090E-5DC3-C1A76D9D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2568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D6C2DE-F008-66E0-00F3-FB08F25AE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63CC8D2-8745-4C9B-771B-7310E9906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79B962-C80D-8E6E-BF3A-7CD732F3E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8FB9E8-9D00-2551-0285-244924E67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6C4BD7-182F-F9CE-1E3A-B6EE2139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96EA34-1B80-1418-088B-92281D68B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5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7AD792-CCCD-D22B-35A9-7CAB99BD2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80FC6EA-07F1-EEA9-936D-86BC82B97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A9E85A-7944-2A68-1413-50680443A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7D9DE9-57F7-1981-FC8A-F50B408EE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BA3CB5-D1D8-8A72-6F12-3A1DA80D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2184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43B4867-1582-8607-7C4E-4E8538D2A3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F593A5-AA6C-FB69-5FF1-BEEE3F55D3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8E4FAC-084A-5DA9-CE68-C97E3B2D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8FC767-B6B0-63A0-D890-04BF23442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FE3930-DCF4-74BB-7404-6767BEAB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169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DFCE265-FDBD-09BA-5743-0EAD3B73C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3A07F3-A72D-677C-61E9-AA3F89BFC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849382-6CD2-E7A3-C3C1-CAC66C2CC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DB9C-3D29-4090-8D25-5500206BF95E}" type="datetimeFigureOut">
              <a:rPr lang="fr-FR" smtClean="0"/>
              <a:t>05/10/2025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628648-FCB1-640F-2A49-D7D80FD7E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A4EC52-7546-3A36-9DF6-D0E18C1E5B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66C60-BC33-420B-AD33-47CDA181F7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652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C7789-ADBF-2C5C-52F8-848BFA0A3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4CE8968-DCE1-4468-B622-458CCAADA9D8}"/>
              </a:ext>
            </a:extLst>
          </p:cNvPr>
          <p:cNvSpPr txBox="1"/>
          <p:nvPr/>
        </p:nvSpPr>
        <p:spPr>
          <a:xfrm>
            <a:off x="97874" y="662748"/>
            <a:ext cx="567591" cy="6085755"/>
          </a:xfrm>
          <a:prstGeom prst="rect">
            <a:avLst/>
          </a:prstGeom>
          <a:noFill/>
          <a:ln w="34925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fr-FR" sz="1815" dirty="0">
                <a:solidFill>
                  <a:srgbClr val="00B050"/>
                </a:solidFill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8C917B-7FA0-C644-6983-8D03FA797DDC}"/>
              </a:ext>
            </a:extLst>
          </p:cNvPr>
          <p:cNvSpPr/>
          <p:nvPr/>
        </p:nvSpPr>
        <p:spPr>
          <a:xfrm>
            <a:off x="689322" y="2045874"/>
            <a:ext cx="1175657" cy="35961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Pas confortable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F8FAE9-3BB4-188F-BC0D-BE7962CC4C14}"/>
              </a:ext>
            </a:extLst>
          </p:cNvPr>
          <p:cNvSpPr/>
          <p:nvPr/>
        </p:nvSpPr>
        <p:spPr>
          <a:xfrm>
            <a:off x="10665759" y="2045874"/>
            <a:ext cx="1175657" cy="35961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/>
              <a:t>Zen, satisfaction, tranquille </a:t>
            </a:r>
            <a:endParaRPr lang="fr-FR" sz="1634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629A6B-D32A-911A-7F04-3E3BAB5A6D4F}"/>
              </a:ext>
            </a:extLst>
          </p:cNvPr>
          <p:cNvSpPr/>
          <p:nvPr/>
        </p:nvSpPr>
        <p:spPr>
          <a:xfrm>
            <a:off x="2874614" y="4915861"/>
            <a:ext cx="29832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Avoir du temps, ne pas être chamboulé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447C4B-30EE-D3B7-FD48-4C840419BDAC}"/>
              </a:ext>
            </a:extLst>
          </p:cNvPr>
          <p:cNvSpPr/>
          <p:nvPr/>
        </p:nvSpPr>
        <p:spPr>
          <a:xfrm>
            <a:off x="2876364" y="3539778"/>
            <a:ext cx="2979706" cy="691564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Avoir le contrôle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A2F9A7-CFEC-8E98-E524-6158DEDFD758}"/>
              </a:ext>
            </a:extLst>
          </p:cNvPr>
          <p:cNvSpPr/>
          <p:nvPr/>
        </p:nvSpPr>
        <p:spPr>
          <a:xfrm>
            <a:off x="2872388" y="2287922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F8672-3CDE-46A6-C70E-7CEE68F1FEF1}"/>
              </a:ext>
            </a:extLst>
          </p:cNvPr>
          <p:cNvSpPr/>
          <p:nvPr/>
        </p:nvSpPr>
        <p:spPr>
          <a:xfrm>
            <a:off x="171450" y="109498"/>
            <a:ext cx="11868150" cy="6639006"/>
          </a:xfrm>
          <a:prstGeom prst="rect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09A66E-37DF-C811-A1A7-2A1AF411455F}"/>
              </a:ext>
            </a:extLst>
          </p:cNvPr>
          <p:cNvSpPr/>
          <p:nvPr/>
        </p:nvSpPr>
        <p:spPr>
          <a:xfrm>
            <a:off x="6749119" y="4915861"/>
            <a:ext cx="29832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  <a:p>
            <a:pPr algn="ctr"/>
            <a:r>
              <a:rPr lang="fr-FR" sz="1634" dirty="0"/>
              <a:t>Être fiable, et être digne de confiance</a:t>
            </a:r>
          </a:p>
          <a:p>
            <a:pPr algn="ctr"/>
            <a:endParaRPr lang="fr-FR" sz="1634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440FCF-7420-9795-E866-1C81E1E30824}"/>
              </a:ext>
            </a:extLst>
          </p:cNvPr>
          <p:cNvSpPr/>
          <p:nvPr/>
        </p:nvSpPr>
        <p:spPr>
          <a:xfrm>
            <a:off x="6748644" y="3567313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Être reconnu dans ce que je fais, avoir la reconnaissance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3DE4A4-C6BB-F263-C5C5-EA2140C99624}"/>
              </a:ext>
            </a:extLst>
          </p:cNvPr>
          <p:cNvSpPr/>
          <p:nvPr/>
        </p:nvSpPr>
        <p:spPr>
          <a:xfrm>
            <a:off x="6746892" y="2287922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  <a:p>
            <a:pPr algn="ctr"/>
            <a:r>
              <a:rPr lang="fr-FR" sz="1634" dirty="0"/>
              <a:t>Sécurité, personne ne peut me dire qqch</a:t>
            </a:r>
          </a:p>
          <a:p>
            <a:pPr algn="ctr"/>
            <a:endParaRPr lang="fr-FR" sz="1634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D96073-AB60-FA42-F4ED-B93031989B04}"/>
              </a:ext>
            </a:extLst>
          </p:cNvPr>
          <p:cNvSpPr/>
          <p:nvPr/>
        </p:nvSpPr>
        <p:spPr>
          <a:xfrm>
            <a:off x="2872861" y="5884049"/>
            <a:ext cx="2986712" cy="622408"/>
          </a:xfrm>
          <a:prstGeom prst="rect">
            <a:avLst/>
          </a:prstGeom>
          <a:solidFill>
            <a:srgbClr val="00B05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271" dirty="0"/>
              <a:t>Savoir dire non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AABF0E-3789-8887-03C1-C5F44B2EEDE7}"/>
              </a:ext>
            </a:extLst>
          </p:cNvPr>
          <p:cNvSpPr/>
          <p:nvPr/>
        </p:nvSpPr>
        <p:spPr>
          <a:xfrm>
            <a:off x="6745614" y="5918627"/>
            <a:ext cx="2986712" cy="622408"/>
          </a:xfrm>
          <a:prstGeom prst="rect">
            <a:avLst/>
          </a:prstGeom>
          <a:solidFill>
            <a:srgbClr val="00B05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089" dirty="0"/>
              <a:t>Accepté le job, donc semaine super chargé, chamboulé</a:t>
            </a:r>
          </a:p>
        </p:txBody>
      </p:sp>
      <p:sp>
        <p:nvSpPr>
          <p:cNvPr id="19" name="Flèche : double flèche horizontale 18">
            <a:extLst>
              <a:ext uri="{FF2B5EF4-FFF2-40B4-BE49-F238E27FC236}">
                <a16:creationId xmlns:a16="http://schemas.microsoft.com/office/drawing/2014/main" id="{9BBCB328-703A-F9E7-99A9-AD94F77E540D}"/>
              </a:ext>
            </a:extLst>
          </p:cNvPr>
          <p:cNvSpPr/>
          <p:nvPr/>
        </p:nvSpPr>
        <p:spPr>
          <a:xfrm>
            <a:off x="1878743" y="2426233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0" name="Flèche : double flèche horizontale 19">
            <a:extLst>
              <a:ext uri="{FF2B5EF4-FFF2-40B4-BE49-F238E27FC236}">
                <a16:creationId xmlns:a16="http://schemas.microsoft.com/office/drawing/2014/main" id="{34C8BFC0-68CA-7D37-4CE0-56B544752B34}"/>
              </a:ext>
            </a:extLst>
          </p:cNvPr>
          <p:cNvSpPr/>
          <p:nvPr/>
        </p:nvSpPr>
        <p:spPr>
          <a:xfrm>
            <a:off x="1879066" y="501959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1" name="Flèche : double flèche horizontale 20">
            <a:extLst>
              <a:ext uri="{FF2B5EF4-FFF2-40B4-BE49-F238E27FC236}">
                <a16:creationId xmlns:a16="http://schemas.microsoft.com/office/drawing/2014/main" id="{E42AE0AF-879A-CB1C-2099-0611427FD593}"/>
              </a:ext>
            </a:extLst>
          </p:cNvPr>
          <p:cNvSpPr/>
          <p:nvPr/>
        </p:nvSpPr>
        <p:spPr>
          <a:xfrm>
            <a:off x="1879066" y="370562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2" name="Flèche : double flèche horizontale 21">
            <a:extLst>
              <a:ext uri="{FF2B5EF4-FFF2-40B4-BE49-F238E27FC236}">
                <a16:creationId xmlns:a16="http://schemas.microsoft.com/office/drawing/2014/main" id="{C5D19B61-986A-21B6-FE62-51A8048E4FEA}"/>
              </a:ext>
            </a:extLst>
          </p:cNvPr>
          <p:cNvSpPr/>
          <p:nvPr/>
        </p:nvSpPr>
        <p:spPr>
          <a:xfrm>
            <a:off x="10072327" y="2424850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3" name="Flèche : double flèche horizontale 22">
            <a:extLst>
              <a:ext uri="{FF2B5EF4-FFF2-40B4-BE49-F238E27FC236}">
                <a16:creationId xmlns:a16="http://schemas.microsoft.com/office/drawing/2014/main" id="{DD01B824-392F-7456-6CB1-E2FF649E4BC8}"/>
              </a:ext>
            </a:extLst>
          </p:cNvPr>
          <p:cNvSpPr/>
          <p:nvPr/>
        </p:nvSpPr>
        <p:spPr>
          <a:xfrm>
            <a:off x="10072327" y="5088751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4" name="Flèche : double flèche horizontale 23">
            <a:extLst>
              <a:ext uri="{FF2B5EF4-FFF2-40B4-BE49-F238E27FC236}">
                <a16:creationId xmlns:a16="http://schemas.microsoft.com/office/drawing/2014/main" id="{3CCA9B96-D738-4EB0-C4C2-2944C5F46D03}"/>
              </a:ext>
            </a:extLst>
          </p:cNvPr>
          <p:cNvSpPr/>
          <p:nvPr/>
        </p:nvSpPr>
        <p:spPr>
          <a:xfrm>
            <a:off x="10072327" y="370562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5FF842-BFC8-AADF-7779-5EBCF6FF16A9}"/>
              </a:ext>
            </a:extLst>
          </p:cNvPr>
          <p:cNvSpPr/>
          <p:nvPr/>
        </p:nvSpPr>
        <p:spPr>
          <a:xfrm>
            <a:off x="2967292" y="755322"/>
            <a:ext cx="6627809" cy="1142463"/>
          </a:xfrm>
          <a:prstGeom prst="rect">
            <a:avLst/>
          </a:prstGeom>
          <a:solidFill>
            <a:srgbClr val="7030A0">
              <a:alpha val="30000"/>
            </a:srgbClr>
          </a:solidFill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116625-413D-66EB-B21B-B6C2C20E738A}"/>
              </a:ext>
            </a:extLst>
          </p:cNvPr>
          <p:cNvSpPr/>
          <p:nvPr/>
        </p:nvSpPr>
        <p:spPr>
          <a:xfrm>
            <a:off x="2878116" y="4466345"/>
            <a:ext cx="2979706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SURFACE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F47AC1-6BB3-4327-DE67-E9B68920D432}"/>
              </a:ext>
            </a:extLst>
          </p:cNvPr>
          <p:cNvSpPr/>
          <p:nvPr/>
        </p:nvSpPr>
        <p:spPr>
          <a:xfrm>
            <a:off x="2069401" y="3152376"/>
            <a:ext cx="4598886" cy="553250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SUPERIEURE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108864-E208-536F-10B6-4D6EFE737747}"/>
              </a:ext>
            </a:extLst>
          </p:cNvPr>
          <p:cNvSpPr/>
          <p:nvPr/>
        </p:nvSpPr>
        <p:spPr>
          <a:xfrm>
            <a:off x="2875891" y="1769250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TERMINALE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098D22-A015-4320-CF03-0118448F7484}"/>
              </a:ext>
            </a:extLst>
          </p:cNvPr>
          <p:cNvSpPr/>
          <p:nvPr/>
        </p:nvSpPr>
        <p:spPr>
          <a:xfrm>
            <a:off x="6752620" y="4466345"/>
            <a:ext cx="2979706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SURFACE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2AA960-59AA-1E33-8473-4045FD35D314}"/>
              </a:ext>
            </a:extLst>
          </p:cNvPr>
          <p:cNvSpPr/>
          <p:nvPr/>
        </p:nvSpPr>
        <p:spPr>
          <a:xfrm>
            <a:off x="6752148" y="3117798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SUPERIEURE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F5BCE7-87A7-F947-78E2-7352B63C06C6}"/>
              </a:ext>
            </a:extLst>
          </p:cNvPr>
          <p:cNvSpPr/>
          <p:nvPr/>
        </p:nvSpPr>
        <p:spPr>
          <a:xfrm>
            <a:off x="6750396" y="1769250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TERMINALE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7C71E0-1717-E16D-DFDE-7874713E485A}"/>
              </a:ext>
            </a:extLst>
          </p:cNvPr>
          <p:cNvSpPr/>
          <p:nvPr/>
        </p:nvSpPr>
        <p:spPr>
          <a:xfrm>
            <a:off x="3398904" y="5434533"/>
            <a:ext cx="1934625" cy="622407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908" dirty="0"/>
              <a:t>OBJECTIF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336FF62-AC53-0E57-5312-DE23843188C1}"/>
              </a:ext>
            </a:extLst>
          </p:cNvPr>
          <p:cNvSpPr/>
          <p:nvPr/>
        </p:nvSpPr>
        <p:spPr>
          <a:xfrm>
            <a:off x="7271657" y="5434533"/>
            <a:ext cx="1934625" cy="622407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908" dirty="0"/>
              <a:t>FCT POSITIVE</a:t>
            </a:r>
            <a:br>
              <a:rPr lang="fr-FR" sz="908" dirty="0"/>
            </a:br>
            <a:r>
              <a:rPr lang="fr-FR" sz="908" dirty="0"/>
              <a:t>du comportement actuel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D720AA3-6261-D82C-9EDC-B28C8A1DC40A}"/>
              </a:ext>
            </a:extLst>
          </p:cNvPr>
          <p:cNvSpPr/>
          <p:nvPr/>
        </p:nvSpPr>
        <p:spPr>
          <a:xfrm>
            <a:off x="3454110" y="64111"/>
            <a:ext cx="5880037" cy="796682"/>
          </a:xfrm>
          <a:prstGeom prst="rect">
            <a:avLst/>
          </a:prstGeom>
          <a:noFill/>
          <a:ln w="3810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CONVICTIONS / CERTITUDES</a:t>
            </a:r>
          </a:p>
        </p:txBody>
      </p:sp>
      <p:sp>
        <p:nvSpPr>
          <p:cNvPr id="31" name="Phylactère : pensées 30">
            <a:extLst>
              <a:ext uri="{FF2B5EF4-FFF2-40B4-BE49-F238E27FC236}">
                <a16:creationId xmlns:a16="http://schemas.microsoft.com/office/drawing/2014/main" id="{4D7F5DAE-ED4F-DDD3-6B43-6B49D4118079}"/>
              </a:ext>
            </a:extLst>
          </p:cNvPr>
          <p:cNvSpPr/>
          <p:nvPr/>
        </p:nvSpPr>
        <p:spPr>
          <a:xfrm>
            <a:off x="5552634" y="3470618"/>
            <a:ext cx="2039842" cy="1576516"/>
          </a:xfrm>
          <a:prstGeom prst="cloudCallou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Si j’ai du temps pour moi, je ne serai plus reconnu</a:t>
            </a:r>
          </a:p>
        </p:txBody>
      </p:sp>
    </p:spTree>
    <p:extLst>
      <p:ext uri="{BB962C8B-B14F-4D97-AF65-F5344CB8AC3E}">
        <p14:creationId xmlns:p14="http://schemas.microsoft.com/office/powerpoint/2010/main" val="3847684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5E97-E59E-B849-6B78-73F94EE6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F8657B7-8464-1165-72CF-92C24C92FDA7}"/>
              </a:ext>
            </a:extLst>
          </p:cNvPr>
          <p:cNvSpPr txBox="1"/>
          <p:nvPr/>
        </p:nvSpPr>
        <p:spPr>
          <a:xfrm>
            <a:off x="97874" y="662748"/>
            <a:ext cx="567591" cy="6085755"/>
          </a:xfrm>
          <a:prstGeom prst="rect">
            <a:avLst/>
          </a:prstGeom>
          <a:noFill/>
          <a:ln w="34925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fr-FR" sz="1815" dirty="0">
                <a:solidFill>
                  <a:srgbClr val="00B050"/>
                </a:solidFill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392FB-2FE7-B23D-432D-FE5A1E79D3E8}"/>
              </a:ext>
            </a:extLst>
          </p:cNvPr>
          <p:cNvSpPr/>
          <p:nvPr/>
        </p:nvSpPr>
        <p:spPr>
          <a:xfrm>
            <a:off x="689322" y="2045874"/>
            <a:ext cx="1175657" cy="35961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Zen, paix,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B89F6-DBAE-FEAD-6854-B3FB07BA46A7}"/>
              </a:ext>
            </a:extLst>
          </p:cNvPr>
          <p:cNvSpPr/>
          <p:nvPr/>
        </p:nvSpPr>
        <p:spPr>
          <a:xfrm>
            <a:off x="10665759" y="2045874"/>
            <a:ext cx="1175657" cy="35961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Peur, panique, honte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064432-AD58-B59F-212E-4920248D951B}"/>
              </a:ext>
            </a:extLst>
          </p:cNvPr>
          <p:cNvSpPr/>
          <p:nvPr/>
        </p:nvSpPr>
        <p:spPr>
          <a:xfrm>
            <a:off x="2874614" y="4915861"/>
            <a:ext cx="29832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Je me sens plus efficace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9D40FD-5DF6-EF2F-00FA-B875E0572396}"/>
              </a:ext>
            </a:extLst>
          </p:cNvPr>
          <p:cNvSpPr/>
          <p:nvPr/>
        </p:nvSpPr>
        <p:spPr>
          <a:xfrm>
            <a:off x="2876364" y="3539778"/>
            <a:ext cx="2979706" cy="691564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Je tiens mes engagements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F6E8AF-9B97-B3EC-A5D6-52231FBDAAB6}"/>
              </a:ext>
            </a:extLst>
          </p:cNvPr>
          <p:cNvSpPr/>
          <p:nvPr/>
        </p:nvSpPr>
        <p:spPr>
          <a:xfrm>
            <a:off x="2872388" y="2287922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Sécurité, on ne peut pas me reprocher qqch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1D3A1B-9890-F39C-7246-39FC36DFAFDD}"/>
              </a:ext>
            </a:extLst>
          </p:cNvPr>
          <p:cNvSpPr/>
          <p:nvPr/>
        </p:nvSpPr>
        <p:spPr>
          <a:xfrm>
            <a:off x="171450" y="109498"/>
            <a:ext cx="11868150" cy="6639006"/>
          </a:xfrm>
          <a:prstGeom prst="rect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DBE52F-6E68-406C-8142-D76A84249F1F}"/>
              </a:ext>
            </a:extLst>
          </p:cNvPr>
          <p:cNvSpPr/>
          <p:nvPr/>
        </p:nvSpPr>
        <p:spPr>
          <a:xfrm>
            <a:off x="6749119" y="4915861"/>
            <a:ext cx="29832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J’ai plein choses a faire, il faut que je men occupe de tout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F035DC-D669-CBAE-AE16-F26C924450AF}"/>
              </a:ext>
            </a:extLst>
          </p:cNvPr>
          <p:cNvSpPr/>
          <p:nvPr/>
        </p:nvSpPr>
        <p:spPr>
          <a:xfrm>
            <a:off x="6748644" y="3567313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Faire plaisir à tout le monde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EB2E85-D918-250E-4920-2A4134198764}"/>
              </a:ext>
            </a:extLst>
          </p:cNvPr>
          <p:cNvSpPr/>
          <p:nvPr/>
        </p:nvSpPr>
        <p:spPr>
          <a:xfrm>
            <a:off x="6746892" y="2287922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  <a:p>
            <a:pPr algn="ctr"/>
            <a:r>
              <a:rPr lang="fr-FR" sz="1634" dirty="0"/>
              <a:t>Je garde ma place, ma mission parce que mon travail reconnu</a:t>
            </a:r>
          </a:p>
          <a:p>
            <a:pPr algn="ctr"/>
            <a:endParaRPr lang="fr-FR" sz="1634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5EBF4E-6898-D15A-0483-6C4710A913F2}"/>
              </a:ext>
            </a:extLst>
          </p:cNvPr>
          <p:cNvSpPr/>
          <p:nvPr/>
        </p:nvSpPr>
        <p:spPr>
          <a:xfrm>
            <a:off x="2872861" y="5884049"/>
            <a:ext cx="2986712" cy="622408"/>
          </a:xfrm>
          <a:prstGeom prst="rect">
            <a:avLst/>
          </a:prstGeom>
          <a:solidFill>
            <a:srgbClr val="00B05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271" dirty="0" err="1"/>
              <a:t>Etre</a:t>
            </a:r>
            <a:r>
              <a:rPr lang="fr-FR" sz="1271" dirty="0"/>
              <a:t> plus focus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23A5F6-57D6-5FFA-4261-C28D8BEF0968}"/>
              </a:ext>
            </a:extLst>
          </p:cNvPr>
          <p:cNvSpPr/>
          <p:nvPr/>
        </p:nvSpPr>
        <p:spPr>
          <a:xfrm>
            <a:off x="6745614" y="5918627"/>
            <a:ext cx="2986712" cy="622408"/>
          </a:xfrm>
          <a:prstGeom prst="rect">
            <a:avLst/>
          </a:prstGeom>
          <a:solidFill>
            <a:srgbClr val="00B05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089" dirty="0"/>
              <a:t>Je suis disperse</a:t>
            </a:r>
          </a:p>
        </p:txBody>
      </p:sp>
      <p:sp>
        <p:nvSpPr>
          <p:cNvPr id="19" name="Flèche : double flèche horizontale 18">
            <a:extLst>
              <a:ext uri="{FF2B5EF4-FFF2-40B4-BE49-F238E27FC236}">
                <a16:creationId xmlns:a16="http://schemas.microsoft.com/office/drawing/2014/main" id="{D9979853-75DB-D736-79EF-EE407E948801}"/>
              </a:ext>
            </a:extLst>
          </p:cNvPr>
          <p:cNvSpPr/>
          <p:nvPr/>
        </p:nvSpPr>
        <p:spPr>
          <a:xfrm>
            <a:off x="1878743" y="2426233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0" name="Flèche : double flèche horizontale 19">
            <a:extLst>
              <a:ext uri="{FF2B5EF4-FFF2-40B4-BE49-F238E27FC236}">
                <a16:creationId xmlns:a16="http://schemas.microsoft.com/office/drawing/2014/main" id="{B1217AD8-5F71-3BE5-F2D4-64E64AF6129D}"/>
              </a:ext>
            </a:extLst>
          </p:cNvPr>
          <p:cNvSpPr/>
          <p:nvPr/>
        </p:nvSpPr>
        <p:spPr>
          <a:xfrm>
            <a:off x="1879066" y="501959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1" name="Flèche : double flèche horizontale 20">
            <a:extLst>
              <a:ext uri="{FF2B5EF4-FFF2-40B4-BE49-F238E27FC236}">
                <a16:creationId xmlns:a16="http://schemas.microsoft.com/office/drawing/2014/main" id="{02AA2EAD-BB0B-FB2C-D1B5-F13C8582F6CF}"/>
              </a:ext>
            </a:extLst>
          </p:cNvPr>
          <p:cNvSpPr/>
          <p:nvPr/>
        </p:nvSpPr>
        <p:spPr>
          <a:xfrm>
            <a:off x="1879066" y="370562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2" name="Flèche : double flèche horizontale 21">
            <a:extLst>
              <a:ext uri="{FF2B5EF4-FFF2-40B4-BE49-F238E27FC236}">
                <a16:creationId xmlns:a16="http://schemas.microsoft.com/office/drawing/2014/main" id="{440047A3-383B-F6D2-9F29-8E8C4ADB1929}"/>
              </a:ext>
            </a:extLst>
          </p:cNvPr>
          <p:cNvSpPr/>
          <p:nvPr/>
        </p:nvSpPr>
        <p:spPr>
          <a:xfrm>
            <a:off x="10072327" y="2424850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3" name="Flèche : double flèche horizontale 22">
            <a:extLst>
              <a:ext uri="{FF2B5EF4-FFF2-40B4-BE49-F238E27FC236}">
                <a16:creationId xmlns:a16="http://schemas.microsoft.com/office/drawing/2014/main" id="{C5545710-E056-B96F-F9F6-59E79E9B9FC5}"/>
              </a:ext>
            </a:extLst>
          </p:cNvPr>
          <p:cNvSpPr/>
          <p:nvPr/>
        </p:nvSpPr>
        <p:spPr>
          <a:xfrm>
            <a:off x="10072327" y="5088751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4" name="Flèche : double flèche horizontale 23">
            <a:extLst>
              <a:ext uri="{FF2B5EF4-FFF2-40B4-BE49-F238E27FC236}">
                <a16:creationId xmlns:a16="http://schemas.microsoft.com/office/drawing/2014/main" id="{A13DF051-58F1-275E-BEEF-D6FD220FE1F2}"/>
              </a:ext>
            </a:extLst>
          </p:cNvPr>
          <p:cNvSpPr/>
          <p:nvPr/>
        </p:nvSpPr>
        <p:spPr>
          <a:xfrm>
            <a:off x="10072327" y="370562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C8CA609-6C96-A1B6-FD9C-064064FBA368}"/>
              </a:ext>
            </a:extLst>
          </p:cNvPr>
          <p:cNvSpPr/>
          <p:nvPr/>
        </p:nvSpPr>
        <p:spPr>
          <a:xfrm>
            <a:off x="2967292" y="755322"/>
            <a:ext cx="6627809" cy="1142463"/>
          </a:xfrm>
          <a:prstGeom prst="rect">
            <a:avLst/>
          </a:prstGeom>
          <a:solidFill>
            <a:srgbClr val="7030A0">
              <a:alpha val="30000"/>
            </a:srgbClr>
          </a:solidFill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689771-0E44-AFB3-68E9-DE05F5C1E79B}"/>
              </a:ext>
            </a:extLst>
          </p:cNvPr>
          <p:cNvSpPr/>
          <p:nvPr/>
        </p:nvSpPr>
        <p:spPr>
          <a:xfrm>
            <a:off x="2878116" y="4466345"/>
            <a:ext cx="2979706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SURFACE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5023A9-F3C8-95DB-85E3-6EC253D4C2DD}"/>
              </a:ext>
            </a:extLst>
          </p:cNvPr>
          <p:cNvSpPr/>
          <p:nvPr/>
        </p:nvSpPr>
        <p:spPr>
          <a:xfrm>
            <a:off x="2069401" y="3152376"/>
            <a:ext cx="4598886" cy="553250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SUPERIEURE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273598-232C-4C2B-FD03-1FA70FF271F5}"/>
              </a:ext>
            </a:extLst>
          </p:cNvPr>
          <p:cNvSpPr/>
          <p:nvPr/>
        </p:nvSpPr>
        <p:spPr>
          <a:xfrm>
            <a:off x="2875891" y="1769250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TERMINALE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866191-DF57-6D30-A6F6-CE1B15557E84}"/>
              </a:ext>
            </a:extLst>
          </p:cNvPr>
          <p:cNvSpPr/>
          <p:nvPr/>
        </p:nvSpPr>
        <p:spPr>
          <a:xfrm>
            <a:off x="6752620" y="4466345"/>
            <a:ext cx="2979706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SURFACE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2C160C9-53BC-DE82-D1A6-6C3225B4FAB7}"/>
              </a:ext>
            </a:extLst>
          </p:cNvPr>
          <p:cNvSpPr/>
          <p:nvPr/>
        </p:nvSpPr>
        <p:spPr>
          <a:xfrm>
            <a:off x="6752148" y="3117798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SUPERIEURE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A80C03-7153-354C-4227-31D60E4F5006}"/>
              </a:ext>
            </a:extLst>
          </p:cNvPr>
          <p:cNvSpPr/>
          <p:nvPr/>
        </p:nvSpPr>
        <p:spPr>
          <a:xfrm>
            <a:off x="6750396" y="1769250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TERMINALE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06B649-FB68-94AF-E9CC-E0D8EFA7985E}"/>
              </a:ext>
            </a:extLst>
          </p:cNvPr>
          <p:cNvSpPr/>
          <p:nvPr/>
        </p:nvSpPr>
        <p:spPr>
          <a:xfrm>
            <a:off x="3398904" y="5434533"/>
            <a:ext cx="1934625" cy="622407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908" dirty="0"/>
              <a:t>OBJECTIF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11FD19D-3F0A-8C1F-E5A1-C0A07337C52A}"/>
              </a:ext>
            </a:extLst>
          </p:cNvPr>
          <p:cNvSpPr/>
          <p:nvPr/>
        </p:nvSpPr>
        <p:spPr>
          <a:xfrm>
            <a:off x="7271657" y="5434533"/>
            <a:ext cx="1934625" cy="622407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908" dirty="0"/>
              <a:t>FCT POSITIVE</a:t>
            </a:r>
            <a:br>
              <a:rPr lang="fr-FR" sz="908" dirty="0"/>
            </a:br>
            <a:r>
              <a:rPr lang="fr-FR" sz="908" dirty="0"/>
              <a:t>du comportement actuel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1FFD226-474D-F735-67F3-381B56DA549A}"/>
              </a:ext>
            </a:extLst>
          </p:cNvPr>
          <p:cNvSpPr/>
          <p:nvPr/>
        </p:nvSpPr>
        <p:spPr>
          <a:xfrm>
            <a:off x="3454110" y="64111"/>
            <a:ext cx="5880037" cy="796682"/>
          </a:xfrm>
          <a:prstGeom prst="rect">
            <a:avLst/>
          </a:prstGeom>
          <a:noFill/>
          <a:ln w="3810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CONVICTIONS / CERTITUDES</a:t>
            </a:r>
          </a:p>
        </p:txBody>
      </p:sp>
      <p:sp>
        <p:nvSpPr>
          <p:cNvPr id="5" name="Phylactère : pensées 4">
            <a:extLst>
              <a:ext uri="{FF2B5EF4-FFF2-40B4-BE49-F238E27FC236}">
                <a16:creationId xmlns:a16="http://schemas.microsoft.com/office/drawing/2014/main" id="{3E3FF7CF-577D-9987-DFC0-7EFDBB24711F}"/>
              </a:ext>
            </a:extLst>
          </p:cNvPr>
          <p:cNvSpPr/>
          <p:nvPr/>
        </p:nvSpPr>
        <p:spPr>
          <a:xfrm>
            <a:off x="5201151" y="2409260"/>
            <a:ext cx="2114396" cy="1978503"/>
          </a:xfrm>
          <a:prstGeom prst="cloudCallou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Si je tiens mes engagements je ne peux plus faire plaisir </a:t>
            </a:r>
          </a:p>
        </p:txBody>
      </p:sp>
    </p:spTree>
    <p:extLst>
      <p:ext uri="{BB962C8B-B14F-4D97-AF65-F5344CB8AC3E}">
        <p14:creationId xmlns:p14="http://schemas.microsoft.com/office/powerpoint/2010/main" val="1645716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C0FC3-FC1A-9B00-9AF9-8928299D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CEF995A-ED20-65A3-6C13-D8B28A22BFB2}"/>
              </a:ext>
            </a:extLst>
          </p:cNvPr>
          <p:cNvSpPr txBox="1"/>
          <p:nvPr/>
        </p:nvSpPr>
        <p:spPr>
          <a:xfrm>
            <a:off x="97874" y="662748"/>
            <a:ext cx="567591" cy="6085755"/>
          </a:xfrm>
          <a:prstGeom prst="rect">
            <a:avLst/>
          </a:prstGeom>
          <a:noFill/>
          <a:ln w="34925">
            <a:noFill/>
          </a:ln>
        </p:spPr>
        <p:txBody>
          <a:bodyPr vert="wordArtVert" wrap="square" rtlCol="0">
            <a:spAutoFit/>
          </a:bodyPr>
          <a:lstStyle/>
          <a:p>
            <a:pPr algn="ctr"/>
            <a:r>
              <a:rPr lang="fr-FR" sz="1815" dirty="0">
                <a:solidFill>
                  <a:srgbClr val="00B050"/>
                </a:solidFill>
                <a:latin typeface="Arial Black" panose="020B0A04020102020204" pitchFamily="34" charset="0"/>
              </a:rPr>
              <a:t>CONTEXTE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F3E82D-D2AF-7437-CFE7-7499FB8B3FAB}"/>
              </a:ext>
            </a:extLst>
          </p:cNvPr>
          <p:cNvSpPr/>
          <p:nvPr/>
        </p:nvSpPr>
        <p:spPr>
          <a:xfrm>
            <a:off x="689322" y="2045874"/>
            <a:ext cx="1175657" cy="35961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Pas confortable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5E9A85-2185-66DF-3B72-91E2E6F32CEB}"/>
              </a:ext>
            </a:extLst>
          </p:cNvPr>
          <p:cNvSpPr/>
          <p:nvPr/>
        </p:nvSpPr>
        <p:spPr>
          <a:xfrm>
            <a:off x="10665759" y="2045874"/>
            <a:ext cx="1175657" cy="3596128"/>
          </a:xfrm>
          <a:prstGeom prst="rect">
            <a:avLst/>
          </a:prstGeom>
          <a:solidFill>
            <a:srgbClr val="FF0000">
              <a:alpha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/>
              <a:t>Zen, satisfaction, tranquille </a:t>
            </a:r>
            <a:endParaRPr lang="fr-FR" sz="1634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E153D0-887B-4788-7138-240C2A2C7157}"/>
              </a:ext>
            </a:extLst>
          </p:cNvPr>
          <p:cNvSpPr/>
          <p:nvPr/>
        </p:nvSpPr>
        <p:spPr>
          <a:xfrm>
            <a:off x="2874614" y="4915861"/>
            <a:ext cx="29832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Assertivité / Assumer mon choix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C469EC-0D3D-BA74-192E-1C1DF250FD18}"/>
              </a:ext>
            </a:extLst>
          </p:cNvPr>
          <p:cNvSpPr/>
          <p:nvPr/>
        </p:nvSpPr>
        <p:spPr>
          <a:xfrm>
            <a:off x="2876364" y="3539778"/>
            <a:ext cx="2979706" cy="691564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Me respecter et me faire respecter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9FDC35-A819-923F-2C4B-FBB6D813FC5E}"/>
              </a:ext>
            </a:extLst>
          </p:cNvPr>
          <p:cNvSpPr/>
          <p:nvPr/>
        </p:nvSpPr>
        <p:spPr>
          <a:xfrm>
            <a:off x="2872388" y="2287922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Sécurité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9006BA-6617-9DE0-BB30-F13858487BCC}"/>
              </a:ext>
            </a:extLst>
          </p:cNvPr>
          <p:cNvSpPr/>
          <p:nvPr/>
        </p:nvSpPr>
        <p:spPr>
          <a:xfrm>
            <a:off x="171450" y="109498"/>
            <a:ext cx="11868150" cy="6639006"/>
          </a:xfrm>
          <a:prstGeom prst="rect">
            <a:avLst/>
          </a:prstGeom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37C1FD-20D9-EEAE-D3F4-F8CBAF58A845}"/>
              </a:ext>
            </a:extLst>
          </p:cNvPr>
          <p:cNvSpPr/>
          <p:nvPr/>
        </p:nvSpPr>
        <p:spPr>
          <a:xfrm>
            <a:off x="6749119" y="4915861"/>
            <a:ext cx="29832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  <a:p>
            <a:pPr algn="ctr"/>
            <a:r>
              <a:rPr lang="fr-FR" sz="1634" dirty="0"/>
              <a:t>Être fiable, et être digne de confiance</a:t>
            </a:r>
          </a:p>
          <a:p>
            <a:pPr algn="ctr"/>
            <a:endParaRPr lang="fr-FR" sz="1634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836ED6-F186-41D9-E563-472AAA1E6EAB}"/>
              </a:ext>
            </a:extLst>
          </p:cNvPr>
          <p:cNvSpPr/>
          <p:nvPr/>
        </p:nvSpPr>
        <p:spPr>
          <a:xfrm>
            <a:off x="6748644" y="3567313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Reconnaissance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1A2BE1-9EA4-0EDB-8D5C-A642DDC7FE9F}"/>
              </a:ext>
            </a:extLst>
          </p:cNvPr>
          <p:cNvSpPr/>
          <p:nvPr/>
        </p:nvSpPr>
        <p:spPr>
          <a:xfrm>
            <a:off x="6746892" y="2287922"/>
            <a:ext cx="2985906" cy="553250"/>
          </a:xfrm>
          <a:prstGeom prst="rect">
            <a:avLst/>
          </a:prstGeom>
          <a:solidFill>
            <a:srgbClr val="FFFF0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  <a:p>
            <a:pPr algn="ctr"/>
            <a:r>
              <a:rPr lang="fr-FR" sz="1634" dirty="0"/>
              <a:t>Sécurité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CD322C-6BAC-3613-A574-A7FCECCCE37B}"/>
              </a:ext>
            </a:extLst>
          </p:cNvPr>
          <p:cNvSpPr/>
          <p:nvPr/>
        </p:nvSpPr>
        <p:spPr>
          <a:xfrm>
            <a:off x="2872861" y="5884049"/>
            <a:ext cx="2986712" cy="622408"/>
          </a:xfrm>
          <a:prstGeom prst="rect">
            <a:avLst/>
          </a:prstGeom>
          <a:solidFill>
            <a:srgbClr val="00B05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271" dirty="0"/>
              <a:t>Savoir dire non à un de </a:t>
            </a:r>
            <a:r>
              <a:rPr lang="fr-FR" sz="1271" dirty="0" err="1"/>
              <a:t>prj</a:t>
            </a:r>
            <a:r>
              <a:rPr lang="fr-FR" sz="1271" dirty="0"/>
              <a:t> dans une semaine déjà chargée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6E8F52-FEC4-F677-828B-E2753AA1EED9}"/>
              </a:ext>
            </a:extLst>
          </p:cNvPr>
          <p:cNvSpPr/>
          <p:nvPr/>
        </p:nvSpPr>
        <p:spPr>
          <a:xfrm>
            <a:off x="6745614" y="5918627"/>
            <a:ext cx="2986712" cy="622408"/>
          </a:xfrm>
          <a:prstGeom prst="rect">
            <a:avLst/>
          </a:prstGeom>
          <a:solidFill>
            <a:srgbClr val="00B050">
              <a:alpha val="50000"/>
            </a:srgbClr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089" dirty="0"/>
              <a:t>J’accepte le </a:t>
            </a:r>
            <a:r>
              <a:rPr lang="fr-FR" sz="1089" dirty="0" err="1"/>
              <a:t>prj</a:t>
            </a:r>
            <a:endParaRPr lang="fr-FR" sz="1089" dirty="0"/>
          </a:p>
        </p:txBody>
      </p:sp>
      <p:sp>
        <p:nvSpPr>
          <p:cNvPr id="19" name="Flèche : double flèche horizontale 18">
            <a:extLst>
              <a:ext uri="{FF2B5EF4-FFF2-40B4-BE49-F238E27FC236}">
                <a16:creationId xmlns:a16="http://schemas.microsoft.com/office/drawing/2014/main" id="{721B86A0-3AFF-7162-FECC-2C9F7DAF8B4B}"/>
              </a:ext>
            </a:extLst>
          </p:cNvPr>
          <p:cNvSpPr/>
          <p:nvPr/>
        </p:nvSpPr>
        <p:spPr>
          <a:xfrm>
            <a:off x="1878743" y="2426233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0" name="Flèche : double flèche horizontale 19">
            <a:extLst>
              <a:ext uri="{FF2B5EF4-FFF2-40B4-BE49-F238E27FC236}">
                <a16:creationId xmlns:a16="http://schemas.microsoft.com/office/drawing/2014/main" id="{034AF865-0680-D478-FBCF-BE91435B1E61}"/>
              </a:ext>
            </a:extLst>
          </p:cNvPr>
          <p:cNvSpPr/>
          <p:nvPr/>
        </p:nvSpPr>
        <p:spPr>
          <a:xfrm>
            <a:off x="1879066" y="501959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1" name="Flèche : double flèche horizontale 20">
            <a:extLst>
              <a:ext uri="{FF2B5EF4-FFF2-40B4-BE49-F238E27FC236}">
                <a16:creationId xmlns:a16="http://schemas.microsoft.com/office/drawing/2014/main" id="{8B7BB8EB-9D51-98C2-61A1-EBFC96B4CD97}"/>
              </a:ext>
            </a:extLst>
          </p:cNvPr>
          <p:cNvSpPr/>
          <p:nvPr/>
        </p:nvSpPr>
        <p:spPr>
          <a:xfrm>
            <a:off x="1879066" y="370562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2" name="Flèche : double flèche horizontale 21">
            <a:extLst>
              <a:ext uri="{FF2B5EF4-FFF2-40B4-BE49-F238E27FC236}">
                <a16:creationId xmlns:a16="http://schemas.microsoft.com/office/drawing/2014/main" id="{D42C905A-5B5A-3D27-4F6A-8D451DF386A7}"/>
              </a:ext>
            </a:extLst>
          </p:cNvPr>
          <p:cNvSpPr/>
          <p:nvPr/>
        </p:nvSpPr>
        <p:spPr>
          <a:xfrm>
            <a:off x="10072327" y="2424850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3" name="Flèche : double flèche horizontale 22">
            <a:extLst>
              <a:ext uri="{FF2B5EF4-FFF2-40B4-BE49-F238E27FC236}">
                <a16:creationId xmlns:a16="http://schemas.microsoft.com/office/drawing/2014/main" id="{179AB7D7-69CD-4C83-5BE1-0A5DBC3B5559}"/>
              </a:ext>
            </a:extLst>
          </p:cNvPr>
          <p:cNvSpPr/>
          <p:nvPr/>
        </p:nvSpPr>
        <p:spPr>
          <a:xfrm>
            <a:off x="10072327" y="5088751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4" name="Flèche : double flèche horizontale 23">
            <a:extLst>
              <a:ext uri="{FF2B5EF4-FFF2-40B4-BE49-F238E27FC236}">
                <a16:creationId xmlns:a16="http://schemas.microsoft.com/office/drawing/2014/main" id="{2F5612B1-61F2-C7F8-43AF-BE8E594345EE}"/>
              </a:ext>
            </a:extLst>
          </p:cNvPr>
          <p:cNvSpPr/>
          <p:nvPr/>
        </p:nvSpPr>
        <p:spPr>
          <a:xfrm>
            <a:off x="10072327" y="3705625"/>
            <a:ext cx="484094" cy="276626"/>
          </a:xfrm>
          <a:prstGeom prst="leftRightArrow">
            <a:avLst/>
          </a:prstGeom>
          <a:solidFill>
            <a:srgbClr val="FF0000"/>
          </a:solidFill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901AA71-554C-F177-ED85-1566294FA200}"/>
              </a:ext>
            </a:extLst>
          </p:cNvPr>
          <p:cNvSpPr/>
          <p:nvPr/>
        </p:nvSpPr>
        <p:spPr>
          <a:xfrm>
            <a:off x="2967292" y="755322"/>
            <a:ext cx="6627809" cy="1142463"/>
          </a:xfrm>
          <a:prstGeom prst="rect">
            <a:avLst/>
          </a:prstGeom>
          <a:solidFill>
            <a:srgbClr val="7030A0">
              <a:alpha val="30000"/>
            </a:srgbClr>
          </a:solidFill>
          <a:ln w="38100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34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0ACEA8-CFB8-B93C-5D96-F8DBBE665A3C}"/>
              </a:ext>
            </a:extLst>
          </p:cNvPr>
          <p:cNvSpPr/>
          <p:nvPr/>
        </p:nvSpPr>
        <p:spPr>
          <a:xfrm>
            <a:off x="2878116" y="4466345"/>
            <a:ext cx="2979706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SURFACE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08A94C-BDF1-55B4-5945-FBC7627B9C2F}"/>
              </a:ext>
            </a:extLst>
          </p:cNvPr>
          <p:cNvSpPr/>
          <p:nvPr/>
        </p:nvSpPr>
        <p:spPr>
          <a:xfrm>
            <a:off x="2069401" y="3152376"/>
            <a:ext cx="4598886" cy="553250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SUPERIEURE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FD500D-E9A5-8BB2-E552-9D3918264865}"/>
              </a:ext>
            </a:extLst>
          </p:cNvPr>
          <p:cNvSpPr/>
          <p:nvPr/>
        </p:nvSpPr>
        <p:spPr>
          <a:xfrm>
            <a:off x="2875891" y="1769250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TERMINALE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55B550-AD18-3117-5DAD-F79B54A7C41B}"/>
              </a:ext>
            </a:extLst>
          </p:cNvPr>
          <p:cNvSpPr/>
          <p:nvPr/>
        </p:nvSpPr>
        <p:spPr>
          <a:xfrm>
            <a:off x="6752620" y="4466345"/>
            <a:ext cx="2979706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SURFACE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F69BB4-3A69-32EF-CDB0-1361458AF6C5}"/>
              </a:ext>
            </a:extLst>
          </p:cNvPr>
          <p:cNvSpPr/>
          <p:nvPr/>
        </p:nvSpPr>
        <p:spPr>
          <a:xfrm>
            <a:off x="6752148" y="3117798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SUPERIEURE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AA0CBC-1484-A2CF-AF03-010D954585FF}"/>
              </a:ext>
            </a:extLst>
          </p:cNvPr>
          <p:cNvSpPr/>
          <p:nvPr/>
        </p:nvSpPr>
        <p:spPr>
          <a:xfrm>
            <a:off x="6750396" y="1769250"/>
            <a:ext cx="2982402" cy="622406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VALEUR TERMINALE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2C9FF5-81D4-D379-30F5-D87BBB41B135}"/>
              </a:ext>
            </a:extLst>
          </p:cNvPr>
          <p:cNvSpPr/>
          <p:nvPr/>
        </p:nvSpPr>
        <p:spPr>
          <a:xfrm>
            <a:off x="3398904" y="5434533"/>
            <a:ext cx="1934625" cy="622407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908" dirty="0"/>
              <a:t>OBJECTIF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EB400D0-454B-AC07-69A2-F4A593C8261C}"/>
              </a:ext>
            </a:extLst>
          </p:cNvPr>
          <p:cNvSpPr/>
          <p:nvPr/>
        </p:nvSpPr>
        <p:spPr>
          <a:xfrm>
            <a:off x="7271657" y="5434533"/>
            <a:ext cx="1934625" cy="622407"/>
          </a:xfrm>
          <a:prstGeom prst="rect">
            <a:avLst/>
          </a:prstGeom>
          <a:noFill/>
          <a:ln w="34925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908" dirty="0"/>
              <a:t>FCT POSITIVE</a:t>
            </a:r>
            <a:br>
              <a:rPr lang="fr-FR" sz="908" dirty="0"/>
            </a:br>
            <a:r>
              <a:rPr lang="fr-FR" sz="908" dirty="0"/>
              <a:t>du comportement actuel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0A33C95-2D37-6BE5-4F90-B8151EC6E3A1}"/>
              </a:ext>
            </a:extLst>
          </p:cNvPr>
          <p:cNvSpPr/>
          <p:nvPr/>
        </p:nvSpPr>
        <p:spPr>
          <a:xfrm>
            <a:off x="3454110" y="64111"/>
            <a:ext cx="5880037" cy="796682"/>
          </a:xfrm>
          <a:prstGeom prst="rect">
            <a:avLst/>
          </a:prstGeom>
          <a:noFill/>
          <a:ln w="38100" cap="flat" cmpd="sng" algn="ctr">
            <a:noFill/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fr-FR" sz="1634" dirty="0"/>
              <a:t>CONVICTIONS / CERTITUDES</a:t>
            </a:r>
          </a:p>
        </p:txBody>
      </p:sp>
    </p:spTree>
    <p:extLst>
      <p:ext uri="{BB962C8B-B14F-4D97-AF65-F5344CB8AC3E}">
        <p14:creationId xmlns:p14="http://schemas.microsoft.com/office/powerpoint/2010/main" val="121435141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294</Words>
  <Application>Microsoft Office PowerPoint</Application>
  <PresentationFormat>Grand écran</PresentationFormat>
  <Paragraphs>74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formateur Coachingways</dc:creator>
  <cp:lastModifiedBy>aydan cam</cp:lastModifiedBy>
  <cp:revision>5</cp:revision>
  <dcterms:created xsi:type="dcterms:W3CDTF">2025-10-04T08:00:58Z</dcterms:created>
  <dcterms:modified xsi:type="dcterms:W3CDTF">2025-10-05T08:33:42Z</dcterms:modified>
</cp:coreProperties>
</file>
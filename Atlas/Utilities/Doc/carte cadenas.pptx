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38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6" autoAdjust="0"/>
    <p:restoredTop sz="94660"/>
  </p:normalViewPr>
  <p:slideViewPr>
    <p:cSldViewPr snapToGrid="0">
      <p:cViewPr>
        <p:scale>
          <a:sx n="20" d="100"/>
          <a:sy n="20" d="100"/>
        </p:scale>
        <p:origin x="600" y="9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9C07A4-0C9F-5BFC-A4FE-65D5ED5F44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29388BB-1321-B89C-9309-77C1E5FA33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DF513CD-3717-5452-4720-8AB152EA2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DB9C-3D29-4090-8D25-5500206BF95E}" type="datetimeFigureOut">
              <a:rPr lang="fr-FR" smtClean="0"/>
              <a:t>04/10/2025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5FCCC0-D84C-89D1-778D-C55FC65B2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87BEB6-AC30-CDEE-390E-0C8521BD7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66C60-BC33-420B-AD33-47CDA181F7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5654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584250-EB4C-68E7-A6E7-97B5A0051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D7D4A8-05A6-4CE1-3460-F5CB3148B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2ACAA05-70ED-AE8F-F567-2ACAB96EC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DB9C-3D29-4090-8D25-5500206BF95E}" type="datetimeFigureOut">
              <a:rPr lang="fr-FR" smtClean="0"/>
              <a:t>04/10/2025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F89F8A-8B76-DC87-23B3-9A896BC48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C4E1B21-6A56-787E-B2B5-DA42AA6E0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66C60-BC33-420B-AD33-47CDA181F7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4117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95EE30-B343-C3DD-CE22-0F6ED620B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EBD4A3C-5120-2F70-B4AE-DEB281F12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E73031-5F28-3F45-940C-EFEAD1083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DB9C-3D29-4090-8D25-5500206BF95E}" type="datetimeFigureOut">
              <a:rPr lang="fr-FR" smtClean="0"/>
              <a:t>04/10/2025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8DB55EF-0E79-92CC-8153-8FDE9A0ED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6D6F995-71B0-35B4-A6EB-7E1584CFE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66C60-BC33-420B-AD33-47CDA181F7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8902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7FBD78-D26C-0FDE-5C83-DF015C86E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A3717B-1A0B-7D6F-34E7-B54E4014F2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A60BA3C-57AA-00E2-A72A-118EBC70F5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37614B3-0518-EFE9-E975-EEC809998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DB9C-3D29-4090-8D25-5500206BF95E}" type="datetimeFigureOut">
              <a:rPr lang="fr-FR" smtClean="0"/>
              <a:t>04/10/2025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76D9550-F9FC-6A77-D8C4-40BA16330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77E7203-9030-44B3-28AB-AB44DDB1B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66C60-BC33-420B-AD33-47CDA181F7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8261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5C8B25-FB55-5B3D-1A59-CCFDE71F4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A3F8C67-048F-2928-4EE2-BECA35CFE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07DDCEC-1F86-D000-9DB9-4C870E0F6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E25D5B2-DFBE-27E1-8C41-7A7A76E7C8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6FB352B-9196-7A85-2302-5FCA102789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5CAC5DC-A72B-3221-B93A-E275C0452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DB9C-3D29-4090-8D25-5500206BF95E}" type="datetimeFigureOut">
              <a:rPr lang="fr-FR" smtClean="0"/>
              <a:t>04/10/2025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9504C08-3145-ED6F-8245-DE9944D55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DB7FD4C-B0B4-81B9-EB33-BE8FD7C20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66C60-BC33-420B-AD33-47CDA181F7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455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962B04-6221-ADDF-DF6B-78E79081C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CD3D597-4B57-DF24-17B5-10C2CEE8D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DB9C-3D29-4090-8D25-5500206BF95E}" type="datetimeFigureOut">
              <a:rPr lang="fr-FR" smtClean="0"/>
              <a:t>04/10/2025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30AF3FD-7072-0EB6-88EF-A9883F582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2738270-8FDB-81D3-171C-67AD333A9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66C60-BC33-420B-AD33-47CDA181F7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129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3CBDA79-5F5E-AF55-90D3-5C3B683F7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DB9C-3D29-4090-8D25-5500206BF95E}" type="datetimeFigureOut">
              <a:rPr lang="fr-FR" smtClean="0"/>
              <a:t>04/10/2025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FB7F19B-4500-6581-E9ED-742F243B0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06784A7-12B2-C1C9-FB34-59EA15FD1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66C60-BC33-420B-AD33-47CDA181F7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9276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E03119-6259-9915-8C18-8C0295E6B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6848F9-2EF3-B804-24E5-773604F1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97C1AFC-3A5B-BF31-65FE-9E721D24B8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7FDC789-C41E-09AA-2BAD-09179AE34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DB9C-3D29-4090-8D25-5500206BF95E}" type="datetimeFigureOut">
              <a:rPr lang="fr-FR" smtClean="0"/>
              <a:t>04/10/2025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F47F6C2-4FE8-9234-EEE9-5B1871104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CC16748-EC27-090E-5DC3-C1A76D9DF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66C60-BC33-420B-AD33-47CDA181F7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2568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D6C2DE-F008-66E0-00F3-FB08F25AE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63CC8D2-8745-4C9B-771B-7310E99063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979B962-C80D-8E6E-BF3A-7CD732F3E2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18FB9E8-9D00-2551-0285-244924E67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DB9C-3D29-4090-8D25-5500206BF95E}" type="datetimeFigureOut">
              <a:rPr lang="fr-FR" smtClean="0"/>
              <a:t>04/10/2025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A6C4BD7-182F-F9CE-1E3A-B6EE21391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D96EA34-1B80-1418-088B-92281D68B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66C60-BC33-420B-AD33-47CDA181F7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2657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7AD792-CCCD-D22B-35A9-7CAB99BD2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80FC6EA-07F1-EEA9-936D-86BC82B97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A9E85A-7944-2A68-1413-50680443A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DB9C-3D29-4090-8D25-5500206BF95E}" type="datetimeFigureOut">
              <a:rPr lang="fr-FR" smtClean="0"/>
              <a:t>04/10/2025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17D9DE9-57F7-1981-FC8A-F50B408EE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BA3CB5-D1D8-8A72-6F12-3A1DA80D8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66C60-BC33-420B-AD33-47CDA181F7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2184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43B4867-1582-8607-7C4E-4E8538D2A3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AF593A5-AA6C-FB69-5FF1-BEEE3F55D3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8E4FAC-084A-5DA9-CE68-C97E3B2DF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DB9C-3D29-4090-8D25-5500206BF95E}" type="datetimeFigureOut">
              <a:rPr lang="fr-FR" smtClean="0"/>
              <a:t>04/10/2025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38FC767-B6B0-63A0-D890-04BF23442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AFE3930-DCF4-74BB-7404-6767BEAB4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66C60-BC33-420B-AD33-47CDA181F7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1697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DFCE265-FDBD-09BA-5743-0EAD3B73C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F3A07F3-A72D-677C-61E9-AA3F89BFC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D849382-6CD2-E7A3-C3C1-CAC66C2CCB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DB9C-3D29-4090-8D25-5500206BF95E}" type="datetimeFigureOut">
              <a:rPr lang="fr-FR" smtClean="0"/>
              <a:t>04/10/2025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628648-FCB1-640F-2A49-D7D80FD7E5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A4EC52-7546-3A36-9DF6-D0E18C1E5B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C66C60-BC33-420B-AD33-47CDA181F7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2652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C7789-ADBF-2C5C-52F8-848BFA0A3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4CE8968-DCE1-4468-B622-458CCAADA9D8}"/>
              </a:ext>
            </a:extLst>
          </p:cNvPr>
          <p:cNvSpPr txBox="1"/>
          <p:nvPr/>
        </p:nvSpPr>
        <p:spPr>
          <a:xfrm>
            <a:off x="97874" y="662748"/>
            <a:ext cx="567591" cy="6085755"/>
          </a:xfrm>
          <a:prstGeom prst="rect">
            <a:avLst/>
          </a:prstGeom>
          <a:noFill/>
          <a:ln w="34925">
            <a:noFill/>
          </a:ln>
        </p:spPr>
        <p:txBody>
          <a:bodyPr vert="wordArtVert" wrap="square" rtlCol="0">
            <a:spAutoFit/>
          </a:bodyPr>
          <a:lstStyle/>
          <a:p>
            <a:pPr algn="ctr"/>
            <a:r>
              <a:rPr lang="fr-FR" sz="1815" dirty="0">
                <a:solidFill>
                  <a:srgbClr val="00B050"/>
                </a:solidFill>
                <a:latin typeface="Arial Black" panose="020B0A04020102020204" pitchFamily="34" charset="0"/>
              </a:rPr>
              <a:t>CONTEXTE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8C917B-7FA0-C644-6983-8D03FA797DDC}"/>
              </a:ext>
            </a:extLst>
          </p:cNvPr>
          <p:cNvSpPr/>
          <p:nvPr/>
        </p:nvSpPr>
        <p:spPr>
          <a:xfrm>
            <a:off x="689322" y="2045874"/>
            <a:ext cx="1175657" cy="3596128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F8FAE9-3BB4-188F-BC0D-BE7962CC4C14}"/>
              </a:ext>
            </a:extLst>
          </p:cNvPr>
          <p:cNvSpPr/>
          <p:nvPr/>
        </p:nvSpPr>
        <p:spPr>
          <a:xfrm>
            <a:off x="10665759" y="2045874"/>
            <a:ext cx="1175657" cy="3596128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629A6B-D32A-911A-7F04-3E3BAB5A6D4F}"/>
              </a:ext>
            </a:extLst>
          </p:cNvPr>
          <p:cNvSpPr/>
          <p:nvPr/>
        </p:nvSpPr>
        <p:spPr>
          <a:xfrm>
            <a:off x="2874614" y="4915861"/>
            <a:ext cx="2983206" cy="553250"/>
          </a:xfrm>
          <a:prstGeom prst="rect">
            <a:avLst/>
          </a:prstGeom>
          <a:solidFill>
            <a:srgbClr val="FFFF00">
              <a:alpha val="50000"/>
            </a:srgbClr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447C4B-30EE-D3B7-FD48-4C840419BDAC}"/>
              </a:ext>
            </a:extLst>
          </p:cNvPr>
          <p:cNvSpPr/>
          <p:nvPr/>
        </p:nvSpPr>
        <p:spPr>
          <a:xfrm>
            <a:off x="2876364" y="3539778"/>
            <a:ext cx="2979706" cy="691564"/>
          </a:xfrm>
          <a:prstGeom prst="rect">
            <a:avLst/>
          </a:prstGeom>
          <a:solidFill>
            <a:srgbClr val="FFFF00">
              <a:alpha val="50000"/>
            </a:srgbClr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A2F9A7-CFEC-8E98-E524-6158DEDFD758}"/>
              </a:ext>
            </a:extLst>
          </p:cNvPr>
          <p:cNvSpPr/>
          <p:nvPr/>
        </p:nvSpPr>
        <p:spPr>
          <a:xfrm>
            <a:off x="2872388" y="2287922"/>
            <a:ext cx="2985906" cy="553250"/>
          </a:xfrm>
          <a:prstGeom prst="rect">
            <a:avLst/>
          </a:prstGeom>
          <a:solidFill>
            <a:srgbClr val="FFFF00">
              <a:alpha val="50000"/>
            </a:srgbClr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8F8672-3CDE-46A6-C70E-7CEE68F1FEF1}"/>
              </a:ext>
            </a:extLst>
          </p:cNvPr>
          <p:cNvSpPr/>
          <p:nvPr/>
        </p:nvSpPr>
        <p:spPr>
          <a:xfrm>
            <a:off x="171450" y="109498"/>
            <a:ext cx="11868150" cy="6639006"/>
          </a:xfrm>
          <a:prstGeom prst="rect">
            <a:avLst/>
          </a:prstGeom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09A66E-37DF-C811-A1A7-2A1AF411455F}"/>
              </a:ext>
            </a:extLst>
          </p:cNvPr>
          <p:cNvSpPr/>
          <p:nvPr/>
        </p:nvSpPr>
        <p:spPr>
          <a:xfrm>
            <a:off x="6749119" y="4915861"/>
            <a:ext cx="2983206" cy="553250"/>
          </a:xfrm>
          <a:prstGeom prst="rect">
            <a:avLst/>
          </a:prstGeom>
          <a:solidFill>
            <a:srgbClr val="FFFF00">
              <a:alpha val="50000"/>
            </a:srgbClr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440FCF-7420-9795-E866-1C81E1E30824}"/>
              </a:ext>
            </a:extLst>
          </p:cNvPr>
          <p:cNvSpPr/>
          <p:nvPr/>
        </p:nvSpPr>
        <p:spPr>
          <a:xfrm>
            <a:off x="6748644" y="3567313"/>
            <a:ext cx="2985906" cy="553250"/>
          </a:xfrm>
          <a:prstGeom prst="rect">
            <a:avLst/>
          </a:prstGeom>
          <a:solidFill>
            <a:srgbClr val="FFFF00">
              <a:alpha val="50000"/>
            </a:srgbClr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3DE4A4-C6BB-F263-C5C5-EA2140C99624}"/>
              </a:ext>
            </a:extLst>
          </p:cNvPr>
          <p:cNvSpPr/>
          <p:nvPr/>
        </p:nvSpPr>
        <p:spPr>
          <a:xfrm>
            <a:off x="6746892" y="2287922"/>
            <a:ext cx="2985906" cy="553250"/>
          </a:xfrm>
          <a:prstGeom prst="rect">
            <a:avLst/>
          </a:prstGeom>
          <a:solidFill>
            <a:srgbClr val="FFFF00">
              <a:alpha val="50000"/>
            </a:srgbClr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D96073-AB60-FA42-F4ED-B93031989B04}"/>
              </a:ext>
            </a:extLst>
          </p:cNvPr>
          <p:cNvSpPr/>
          <p:nvPr/>
        </p:nvSpPr>
        <p:spPr>
          <a:xfrm>
            <a:off x="2872861" y="5884049"/>
            <a:ext cx="2986712" cy="622408"/>
          </a:xfrm>
          <a:prstGeom prst="rect">
            <a:avLst/>
          </a:prstGeom>
          <a:solidFill>
            <a:srgbClr val="00B050">
              <a:alpha val="50000"/>
            </a:srgbClr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27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AABF0E-3789-8887-03C1-C5F44B2EEDE7}"/>
              </a:ext>
            </a:extLst>
          </p:cNvPr>
          <p:cNvSpPr/>
          <p:nvPr/>
        </p:nvSpPr>
        <p:spPr>
          <a:xfrm>
            <a:off x="6745614" y="5918627"/>
            <a:ext cx="2986712" cy="622408"/>
          </a:xfrm>
          <a:prstGeom prst="rect">
            <a:avLst/>
          </a:prstGeom>
          <a:solidFill>
            <a:srgbClr val="00B050">
              <a:alpha val="50000"/>
            </a:srgbClr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089" dirty="0"/>
          </a:p>
        </p:txBody>
      </p:sp>
      <p:sp>
        <p:nvSpPr>
          <p:cNvPr id="19" name="Flèche : double flèche horizontale 18">
            <a:extLst>
              <a:ext uri="{FF2B5EF4-FFF2-40B4-BE49-F238E27FC236}">
                <a16:creationId xmlns:a16="http://schemas.microsoft.com/office/drawing/2014/main" id="{9BBCB328-703A-F9E7-99A9-AD94F77E540D}"/>
              </a:ext>
            </a:extLst>
          </p:cNvPr>
          <p:cNvSpPr/>
          <p:nvPr/>
        </p:nvSpPr>
        <p:spPr>
          <a:xfrm>
            <a:off x="1878743" y="2426233"/>
            <a:ext cx="484094" cy="276626"/>
          </a:xfrm>
          <a:prstGeom prst="leftRightArrow">
            <a:avLst/>
          </a:prstGeom>
          <a:solidFill>
            <a:srgbClr val="FF0000"/>
          </a:solidFill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</p:txBody>
      </p:sp>
      <p:sp>
        <p:nvSpPr>
          <p:cNvPr id="20" name="Flèche : double flèche horizontale 19">
            <a:extLst>
              <a:ext uri="{FF2B5EF4-FFF2-40B4-BE49-F238E27FC236}">
                <a16:creationId xmlns:a16="http://schemas.microsoft.com/office/drawing/2014/main" id="{34C8BFC0-68CA-7D37-4CE0-56B544752B34}"/>
              </a:ext>
            </a:extLst>
          </p:cNvPr>
          <p:cNvSpPr/>
          <p:nvPr/>
        </p:nvSpPr>
        <p:spPr>
          <a:xfrm>
            <a:off x="1879066" y="5019595"/>
            <a:ext cx="484094" cy="276626"/>
          </a:xfrm>
          <a:prstGeom prst="leftRightArrow">
            <a:avLst/>
          </a:prstGeom>
          <a:solidFill>
            <a:srgbClr val="FF0000"/>
          </a:solidFill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</p:txBody>
      </p:sp>
      <p:sp>
        <p:nvSpPr>
          <p:cNvPr id="21" name="Flèche : double flèche horizontale 20">
            <a:extLst>
              <a:ext uri="{FF2B5EF4-FFF2-40B4-BE49-F238E27FC236}">
                <a16:creationId xmlns:a16="http://schemas.microsoft.com/office/drawing/2014/main" id="{E42AE0AF-879A-CB1C-2099-0611427FD593}"/>
              </a:ext>
            </a:extLst>
          </p:cNvPr>
          <p:cNvSpPr/>
          <p:nvPr/>
        </p:nvSpPr>
        <p:spPr>
          <a:xfrm>
            <a:off x="1879066" y="3705625"/>
            <a:ext cx="484094" cy="276626"/>
          </a:xfrm>
          <a:prstGeom prst="leftRightArrow">
            <a:avLst/>
          </a:prstGeom>
          <a:solidFill>
            <a:srgbClr val="FF0000"/>
          </a:solidFill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</p:txBody>
      </p:sp>
      <p:sp>
        <p:nvSpPr>
          <p:cNvPr id="22" name="Flèche : double flèche horizontale 21">
            <a:extLst>
              <a:ext uri="{FF2B5EF4-FFF2-40B4-BE49-F238E27FC236}">
                <a16:creationId xmlns:a16="http://schemas.microsoft.com/office/drawing/2014/main" id="{C5D19B61-986A-21B6-FE62-51A8048E4FEA}"/>
              </a:ext>
            </a:extLst>
          </p:cNvPr>
          <p:cNvSpPr/>
          <p:nvPr/>
        </p:nvSpPr>
        <p:spPr>
          <a:xfrm>
            <a:off x="10072327" y="2424850"/>
            <a:ext cx="484094" cy="276626"/>
          </a:xfrm>
          <a:prstGeom prst="leftRightArrow">
            <a:avLst/>
          </a:prstGeom>
          <a:solidFill>
            <a:srgbClr val="FF0000"/>
          </a:solidFill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</p:txBody>
      </p:sp>
      <p:sp>
        <p:nvSpPr>
          <p:cNvPr id="23" name="Flèche : double flèche horizontale 22">
            <a:extLst>
              <a:ext uri="{FF2B5EF4-FFF2-40B4-BE49-F238E27FC236}">
                <a16:creationId xmlns:a16="http://schemas.microsoft.com/office/drawing/2014/main" id="{DD01B824-392F-7456-6CB1-E2FF649E4BC8}"/>
              </a:ext>
            </a:extLst>
          </p:cNvPr>
          <p:cNvSpPr/>
          <p:nvPr/>
        </p:nvSpPr>
        <p:spPr>
          <a:xfrm>
            <a:off x="10072327" y="5088751"/>
            <a:ext cx="484094" cy="276626"/>
          </a:xfrm>
          <a:prstGeom prst="leftRightArrow">
            <a:avLst/>
          </a:prstGeom>
          <a:solidFill>
            <a:srgbClr val="FF0000"/>
          </a:solidFill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</p:txBody>
      </p:sp>
      <p:sp>
        <p:nvSpPr>
          <p:cNvPr id="24" name="Flèche : double flèche horizontale 23">
            <a:extLst>
              <a:ext uri="{FF2B5EF4-FFF2-40B4-BE49-F238E27FC236}">
                <a16:creationId xmlns:a16="http://schemas.microsoft.com/office/drawing/2014/main" id="{3CCA9B96-D738-4EB0-C4C2-2944C5F46D03}"/>
              </a:ext>
            </a:extLst>
          </p:cNvPr>
          <p:cNvSpPr/>
          <p:nvPr/>
        </p:nvSpPr>
        <p:spPr>
          <a:xfrm>
            <a:off x="10072327" y="3705625"/>
            <a:ext cx="484094" cy="276626"/>
          </a:xfrm>
          <a:prstGeom prst="leftRightArrow">
            <a:avLst/>
          </a:prstGeom>
          <a:solidFill>
            <a:srgbClr val="FF0000"/>
          </a:solidFill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5FF842-BFC8-AADF-7779-5EBCF6FF16A9}"/>
              </a:ext>
            </a:extLst>
          </p:cNvPr>
          <p:cNvSpPr/>
          <p:nvPr/>
        </p:nvSpPr>
        <p:spPr>
          <a:xfrm>
            <a:off x="2967292" y="755322"/>
            <a:ext cx="6627809" cy="1142463"/>
          </a:xfrm>
          <a:prstGeom prst="rect">
            <a:avLst/>
          </a:prstGeom>
          <a:solidFill>
            <a:srgbClr val="7030A0">
              <a:alpha val="30000"/>
            </a:srgbClr>
          </a:solidFill>
          <a:ln w="3810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116625-413D-66EB-B21B-B6C2C20E738A}"/>
              </a:ext>
            </a:extLst>
          </p:cNvPr>
          <p:cNvSpPr/>
          <p:nvPr/>
        </p:nvSpPr>
        <p:spPr>
          <a:xfrm>
            <a:off x="2878116" y="4466345"/>
            <a:ext cx="2979706" cy="622406"/>
          </a:xfrm>
          <a:prstGeom prst="rect">
            <a:avLst/>
          </a:prstGeom>
          <a:noFill/>
          <a:ln w="349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VALEUR SURFACE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F47AC1-6BB3-4327-DE67-E9B68920D432}"/>
              </a:ext>
            </a:extLst>
          </p:cNvPr>
          <p:cNvSpPr/>
          <p:nvPr/>
        </p:nvSpPr>
        <p:spPr>
          <a:xfrm>
            <a:off x="2069401" y="3152376"/>
            <a:ext cx="4598886" cy="553250"/>
          </a:xfrm>
          <a:prstGeom prst="rect">
            <a:avLst/>
          </a:prstGeom>
          <a:noFill/>
          <a:ln w="349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VALEUR SUPERIEURE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108864-E208-536F-10B6-4D6EFE737747}"/>
              </a:ext>
            </a:extLst>
          </p:cNvPr>
          <p:cNvSpPr/>
          <p:nvPr/>
        </p:nvSpPr>
        <p:spPr>
          <a:xfrm>
            <a:off x="2875891" y="1769250"/>
            <a:ext cx="2982402" cy="622406"/>
          </a:xfrm>
          <a:prstGeom prst="rect">
            <a:avLst/>
          </a:prstGeom>
          <a:noFill/>
          <a:ln w="349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VALEUR TERMINALE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E098D22-A015-4320-CF03-0118448F7484}"/>
              </a:ext>
            </a:extLst>
          </p:cNvPr>
          <p:cNvSpPr/>
          <p:nvPr/>
        </p:nvSpPr>
        <p:spPr>
          <a:xfrm>
            <a:off x="6752620" y="4466345"/>
            <a:ext cx="2979706" cy="622406"/>
          </a:xfrm>
          <a:prstGeom prst="rect">
            <a:avLst/>
          </a:prstGeom>
          <a:noFill/>
          <a:ln w="349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VALEUR SURFACE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62AA960-59AA-1E33-8473-4045FD35D314}"/>
              </a:ext>
            </a:extLst>
          </p:cNvPr>
          <p:cNvSpPr/>
          <p:nvPr/>
        </p:nvSpPr>
        <p:spPr>
          <a:xfrm>
            <a:off x="6752148" y="3117798"/>
            <a:ext cx="2982402" cy="622406"/>
          </a:xfrm>
          <a:prstGeom prst="rect">
            <a:avLst/>
          </a:prstGeom>
          <a:noFill/>
          <a:ln w="349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VALEUR SUPERIEURE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F5BCE7-87A7-F947-78E2-7352B63C06C6}"/>
              </a:ext>
            </a:extLst>
          </p:cNvPr>
          <p:cNvSpPr/>
          <p:nvPr/>
        </p:nvSpPr>
        <p:spPr>
          <a:xfrm>
            <a:off x="6750396" y="1769250"/>
            <a:ext cx="2982402" cy="622406"/>
          </a:xfrm>
          <a:prstGeom prst="rect">
            <a:avLst/>
          </a:prstGeom>
          <a:noFill/>
          <a:ln w="349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VALEUR TERMINALE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E7C71E0-1717-E16D-DFDE-7874713E485A}"/>
              </a:ext>
            </a:extLst>
          </p:cNvPr>
          <p:cNvSpPr/>
          <p:nvPr/>
        </p:nvSpPr>
        <p:spPr>
          <a:xfrm>
            <a:off x="3398904" y="5434533"/>
            <a:ext cx="1934625" cy="622407"/>
          </a:xfrm>
          <a:prstGeom prst="rect">
            <a:avLst/>
          </a:prstGeom>
          <a:noFill/>
          <a:ln w="349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908" dirty="0"/>
              <a:t>OBJECTIF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336FF62-AC53-0E57-5312-DE23843188C1}"/>
              </a:ext>
            </a:extLst>
          </p:cNvPr>
          <p:cNvSpPr/>
          <p:nvPr/>
        </p:nvSpPr>
        <p:spPr>
          <a:xfrm>
            <a:off x="7271657" y="5434533"/>
            <a:ext cx="1934625" cy="622407"/>
          </a:xfrm>
          <a:prstGeom prst="rect">
            <a:avLst/>
          </a:prstGeom>
          <a:noFill/>
          <a:ln w="349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908" dirty="0"/>
              <a:t>FCT POSITIVE</a:t>
            </a:r>
            <a:br>
              <a:rPr lang="fr-FR" sz="908" dirty="0"/>
            </a:br>
            <a:r>
              <a:rPr lang="fr-FR" sz="908" dirty="0"/>
              <a:t>du comportement actuel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0D720AA3-6261-D82C-9EDC-B28C8A1DC40A}"/>
              </a:ext>
            </a:extLst>
          </p:cNvPr>
          <p:cNvSpPr/>
          <p:nvPr/>
        </p:nvSpPr>
        <p:spPr>
          <a:xfrm>
            <a:off x="3454110" y="64111"/>
            <a:ext cx="5880037" cy="796682"/>
          </a:xfrm>
          <a:prstGeom prst="rect">
            <a:avLst/>
          </a:prstGeom>
          <a:noFill/>
          <a:ln w="38100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CONVICTIONS / CERTITUDES</a:t>
            </a:r>
          </a:p>
        </p:txBody>
      </p:sp>
    </p:spTree>
    <p:extLst>
      <p:ext uri="{BB962C8B-B14F-4D97-AF65-F5344CB8AC3E}">
        <p14:creationId xmlns:p14="http://schemas.microsoft.com/office/powerpoint/2010/main" val="384768492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</Words>
  <Application>Microsoft Office PowerPoint</Application>
  <PresentationFormat>Grand écran</PresentationFormat>
  <Paragraphs>12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formateur Coachingways</dc:creator>
  <cp:lastModifiedBy>formateur Coachingways</cp:lastModifiedBy>
  <cp:revision>1</cp:revision>
  <dcterms:created xsi:type="dcterms:W3CDTF">2025-10-04T08:00:58Z</dcterms:created>
  <dcterms:modified xsi:type="dcterms:W3CDTF">2025-10-04T08:02:56Z</dcterms:modified>
</cp:coreProperties>
</file>